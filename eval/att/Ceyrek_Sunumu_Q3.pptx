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Üçüncü Çeyrek Değerlendirmesi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İade oranı yüzde 2,7 seviyesine indi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Müşteri memnuniyeti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Anket puanı 4,6 / 5 oldu; şikâyetlerin yarısı teslimat saatiyle ilgili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